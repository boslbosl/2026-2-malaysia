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1283" y="1217414"/>
            <a:ext cx="504143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300"/>
              </a:lnSpc>
              <a:spcAft>
                <a:spcPts val="600"/>
              </a:spcAft>
              <a:buNone/>
            </a:pPr>
            <a:r>
              <a:rPr lang="en-US" sz="4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🌴✈️🏖️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051283" y="2093714"/>
            <a:ext cx="504143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spcAft>
                <a:spcPts val="12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말레이시아 가족 여행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2051283" y="2741414"/>
            <a:ext cx="50414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1800"/>
              </a:spcAft>
              <a:buNone/>
            </a:pPr>
            <a:r>
              <a:rPr lang="en-US" sz="21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→ 랑카위 → 페낭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051283" y="3343275"/>
            <a:ext cx="5041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2월 11일 ~ 26일 (15박 16일)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051283" y="3686175"/>
            <a:ext cx="504143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가족의 첫 동남아 여행 🌺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854964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1350"/>
              </a:spcAft>
              <a:buNone/>
            </a:pPr>
            <a:r>
              <a:rPr lang="en-US" sz="19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여행 개요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1467148"/>
            <a:ext cx="3905250" cy="896987"/>
          </a:xfrm>
          <a:prstGeom prst="roundRect">
            <a:avLst>
              <a:gd name="adj" fmla="val 10619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467148"/>
            <a:ext cx="0" cy="896987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2450" y="1600498"/>
            <a:ext cx="36724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여행 기간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2450" y="1798588"/>
            <a:ext cx="367245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buNone/>
            </a:pPr>
            <a:r>
              <a:rPr lang="en-US" sz="1350" b="1" dirty="0">
                <a:solidFill>
                  <a:srgbClr val="134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2월 11일(화) ~ 26일(수)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52450" y="2057549"/>
            <a:ext cx="36724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15박 16일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1000" y="2478435"/>
            <a:ext cx="3905250" cy="896987"/>
          </a:xfrm>
          <a:prstGeom prst="roundRect">
            <a:avLst>
              <a:gd name="adj" fmla="val 1061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478435"/>
            <a:ext cx="0" cy="89698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2450" y="2611785"/>
            <a:ext cx="36724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여행 인원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2450" y="2809875"/>
            <a:ext cx="367245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buNone/>
            </a:pPr>
            <a:r>
              <a:rPr lang="en-US" sz="1350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4명 (어른 2 + 아이 2)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52450" y="3068836"/>
            <a:ext cx="36724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첫째 9세 + 둘째 4세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81000" y="3489722"/>
            <a:ext cx="3905250" cy="857101"/>
          </a:xfrm>
          <a:prstGeom prst="roundRect">
            <a:avLst>
              <a:gd name="adj" fmla="val 11113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3489722"/>
            <a:ext cx="0" cy="857101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2450" y="3623072"/>
            <a:ext cx="36724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특별 일정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2450" y="3821162"/>
            <a:ext cx="367245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솔로 육아 4박 (페낭)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2450" y="4053483"/>
            <a:ext cx="36724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2/22 배우자 귀국 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14850" y="1521172"/>
            <a:ext cx="4248150" cy="2771626"/>
          </a:xfrm>
          <a:prstGeom prst="roundRect">
            <a:avLst>
              <a:gd name="adj" fmla="val 41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86300" y="1692622"/>
            <a:ext cx="39833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여행 루트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86300" y="2145953"/>
            <a:ext cx="3905250" cy="607665"/>
          </a:xfrm>
          <a:prstGeom prst="roundRect">
            <a:avLst>
              <a:gd name="adj" fmla="val 1254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00600" y="2260253"/>
            <a:ext cx="3750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쿠알라룸푸르 5박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800600" y="2479328"/>
            <a:ext cx="3750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2/11~16 도심 탐험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6300" y="2829818"/>
            <a:ext cx="3905250" cy="607665"/>
          </a:xfrm>
          <a:prstGeom prst="roundRect">
            <a:avLst>
              <a:gd name="adj" fmla="val 1254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00600" y="2944118"/>
            <a:ext cx="3750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랑카위 5박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4800600" y="3163193"/>
            <a:ext cx="3750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2/16~21 섬 휴양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86300" y="3513683"/>
            <a:ext cx="3905250" cy="607665"/>
          </a:xfrm>
          <a:prstGeom prst="roundRect">
            <a:avLst>
              <a:gd name="adj" fmla="val 1254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00600" y="3627983"/>
            <a:ext cx="3750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페낭 5박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4800600" y="3847058"/>
            <a:ext cx="3750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2/21~26 솔로 육아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854964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🏙️ 쿠알라룸푸르 (5박)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632371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2월 11일 ~ 16일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1426815"/>
            <a:ext cx="5905500" cy="550515"/>
          </a:xfrm>
          <a:prstGeom prst="roundRect">
            <a:avLst>
              <a:gd name="adj" fmla="val 13842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94904" y="1522065"/>
            <a:ext cx="11789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아쿠아리아 KLCC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894904" y="1722090"/>
            <a:ext cx="11789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대형 수족관, 터널 수조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072580"/>
            <a:ext cx="5905500" cy="550515"/>
          </a:xfrm>
          <a:prstGeom prst="roundRect">
            <a:avLst>
              <a:gd name="adj" fmla="val 1384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4904" y="2167830"/>
            <a:ext cx="10656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선웨이 라군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894904" y="2367855"/>
            <a:ext cx="10656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워터파크 + 놀이공원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2718346"/>
            <a:ext cx="5905500" cy="550515"/>
          </a:xfrm>
          <a:prstGeom prst="roundRect">
            <a:avLst>
              <a:gd name="adj" fmla="val 13842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94904" y="2813596"/>
            <a:ext cx="11403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버드파크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894904" y="3013621"/>
            <a:ext cx="11403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3000마리 새들과 교감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3364111"/>
            <a:ext cx="5905500" cy="550515"/>
          </a:xfrm>
          <a:prstGeom prst="roundRect">
            <a:avLst>
              <a:gd name="adj" fmla="val 13842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94904" y="3459361"/>
            <a:ext cx="9975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키자니아 KL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894904" y="3659386"/>
            <a:ext cx="9975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직업 체험 테마파크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1000" y="4009876"/>
            <a:ext cx="5905500" cy="550515"/>
          </a:xfrm>
          <a:prstGeom prst="roundRect">
            <a:avLst>
              <a:gd name="adj" fmla="val 13842"/>
            </a:avLst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94904" y="4105126"/>
            <a:ext cx="7257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바투동굴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94904" y="4305151"/>
            <a:ext cx="7257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272계단 도전!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77000" y="1503313"/>
            <a:ext cx="2286000" cy="2980581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29400" y="1655713"/>
            <a:ext cx="20208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🏨 숙소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29400" y="2089993"/>
            <a:ext cx="1981200" cy="224150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62750" y="2223343"/>
            <a:ext cx="17487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Traders Hotel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2750" y="2436614"/>
            <a:ext cx="17487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KLCC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2750" y="2687985"/>
            <a:ext cx="17487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5성급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2750" y="2947988"/>
            <a:ext cx="17145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2750" y="3048000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트윈타워 도보 1분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762750" y="3232696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인피니티 풀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6762750" y="3417391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아쿠아리아 연결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6762750" y="3659237"/>
            <a:ext cx="1714500" cy="538907"/>
          </a:xfrm>
          <a:prstGeom prst="roundRect">
            <a:avLst>
              <a:gd name="adj" fmla="val 10605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823329" y="3735437"/>
            <a:ext cx="15933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5박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823329" y="3882033"/>
            <a:ext cx="159334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80만원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854964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🏝️ 랑카위 (5박)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632371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2월 16일 ~ 21일 | 열대 섬 휴양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1426815"/>
            <a:ext cx="5905500" cy="550515"/>
          </a:xfrm>
          <a:prstGeom prst="roundRect">
            <a:avLst>
              <a:gd name="adj" fmla="val 13842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94904" y="1522065"/>
            <a:ext cx="1246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아일랜드 호핑 투어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894904" y="1722090"/>
            <a:ext cx="1246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섬 + 스노클링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072580"/>
            <a:ext cx="5905500" cy="550515"/>
          </a:xfrm>
          <a:prstGeom prst="roundRect">
            <a:avLst>
              <a:gd name="adj" fmla="val 13842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4904" y="2167830"/>
            <a:ext cx="12988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스카이캡 케이블카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894904" y="2367855"/>
            <a:ext cx="12988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스카이브릿지 + 파노라마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2718346"/>
            <a:ext cx="5905500" cy="550515"/>
          </a:xfrm>
          <a:prstGeom prst="roundRect">
            <a:avLst>
              <a:gd name="adj" fmla="val 1384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94904" y="2813596"/>
            <a:ext cx="14477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맹그로브 투어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894904" y="3013621"/>
            <a:ext cx="14477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독수리 먹이주기 + 박쥐동굴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3364111"/>
            <a:ext cx="5905500" cy="550515"/>
          </a:xfrm>
          <a:prstGeom prst="roundRect">
            <a:avLst>
              <a:gd name="adj" fmla="val 13842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94904" y="3459361"/>
            <a:ext cx="10980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언더워터 월드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894904" y="3659386"/>
            <a:ext cx="10980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터널 수족관 + 펭귄쇼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1000" y="4009876"/>
            <a:ext cx="5905500" cy="550515"/>
          </a:xfrm>
          <a:prstGeom prst="roundRect">
            <a:avLst>
              <a:gd name="adj" fmla="val 13842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94904" y="4105126"/>
            <a:ext cx="11011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판타이 체낭 해변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94904" y="4305151"/>
            <a:ext cx="11011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일몰 + 야시장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77000" y="1503313"/>
            <a:ext cx="2286000" cy="2980581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29400" y="1655713"/>
            <a:ext cx="20208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🏨 숙소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29400" y="2089993"/>
            <a:ext cx="1981200" cy="224150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62750" y="2223343"/>
            <a:ext cx="17487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Pelangi Beach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2750" y="2436614"/>
            <a:ext cx="17487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2750" y="2687985"/>
            <a:ext cx="17487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4성급 리조트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2750" y="2947988"/>
            <a:ext cx="17145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2750" y="3048000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해변 직접 연결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762750" y="3232696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키즈풀 + 워터슬라이드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6762750" y="3417391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가족 여행객 인기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6762750" y="3659237"/>
            <a:ext cx="1714500" cy="538907"/>
          </a:xfrm>
          <a:prstGeom prst="roundRect">
            <a:avLst>
              <a:gd name="adj" fmla="val 10605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823329" y="3735437"/>
            <a:ext cx="15933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5박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823329" y="3882033"/>
            <a:ext cx="159334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90만원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1522146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페낭 (5박)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784771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2월 21일 ~ 26일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81000" y="1475482"/>
            <a:ext cx="5905500" cy="550515"/>
          </a:xfrm>
          <a:prstGeom prst="roundRect">
            <a:avLst>
              <a:gd name="adj" fmla="val 1384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94904" y="1570732"/>
            <a:ext cx="12601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엔토피아 나비농장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894904" y="1770757"/>
            <a:ext cx="12601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1만5천 나비 + 곤충 체험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121247"/>
            <a:ext cx="5905500" cy="550515"/>
          </a:xfrm>
          <a:prstGeom prst="roundRect">
            <a:avLst>
              <a:gd name="adj" fmla="val 13842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4904" y="2216497"/>
            <a:ext cx="1352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조지타운 스트릿아트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894904" y="2416522"/>
            <a:ext cx="13521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유네스코 벽화 투어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2767013"/>
            <a:ext cx="5905500" cy="550515"/>
          </a:xfrm>
          <a:prstGeom prst="roundRect">
            <a:avLst>
              <a:gd name="adj" fmla="val 13842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94904" y="2862263"/>
            <a:ext cx="10770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호텔 수영장 Day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894904" y="3062288"/>
            <a:ext cx="1077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솔로 육아 핵심 전략!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3412778"/>
            <a:ext cx="5905500" cy="550515"/>
          </a:xfrm>
          <a:prstGeom prst="roundRect">
            <a:avLst>
              <a:gd name="adj" fmla="val 13842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94904" y="3508028"/>
            <a:ext cx="12063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거니드라이브 쇼핑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894904" y="3708053"/>
            <a:ext cx="12063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거니몰 + 호커센터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1000" y="4058543"/>
            <a:ext cx="5905500" cy="586532"/>
          </a:xfrm>
          <a:prstGeom prst="roundRect">
            <a:avLst>
              <a:gd name="adj" fmla="val 12992"/>
            </a:avLst>
          </a:prstGeom>
          <a:solidFill>
            <a:srgbClr val="FEF2F2"/>
          </a:solidFill>
          <a:ln w="19050">
            <a:solidFill>
              <a:srgbClr val="F871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3400" y="4172843"/>
            <a:ext cx="57127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👨‍👧‍👦 솔로 육아 전략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33400" y="4384179"/>
            <a:ext cx="57127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 1개 일정 / 오후 휴식 / 수영장 매일!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477000" y="1569988"/>
            <a:ext cx="2286000" cy="2980581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29400" y="1722388"/>
            <a:ext cx="20208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🏨 숙소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29400" y="2156668"/>
            <a:ext cx="1981200" cy="2241500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62750" y="2290018"/>
            <a:ext cx="17487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 Penang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2750" y="2503289"/>
            <a:ext cx="17487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Georgetown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2750" y="2754660"/>
            <a:ext cx="17487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4성급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2750" y="3014663"/>
            <a:ext cx="17145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2750" y="3114675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조지타운 중심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762750" y="3299371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루프탑 수영장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6762750" y="3484066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솔로 육아 최적!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6762750" y="3725912"/>
            <a:ext cx="1714500" cy="538907"/>
          </a:xfrm>
          <a:prstGeom prst="roundRect">
            <a:avLst>
              <a:gd name="adj" fmla="val 10605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823329" y="3802112"/>
            <a:ext cx="15933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5박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823329" y="3948708"/>
            <a:ext cx="159334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55만원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854964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1200"/>
              </a:spcAft>
              <a:buNone/>
            </a:pPr>
            <a:r>
              <a:rPr lang="en-US" sz="1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항공편 정보</a:t>
            </a:r>
            <a:endParaRPr lang="en-US" sz="1950" dirty="0"/>
          </a:p>
        </p:txBody>
      </p:sp>
      <p:pic>
        <p:nvPicPr>
          <p:cNvPr id="3" name="Image 0" descr="/tmp/rasterized-gradient-13b6edf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916632"/>
            <a:ext cx="8382000" cy="9047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5782" y="1209080"/>
            <a:ext cx="680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2월 11일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545782" y="1355675"/>
            <a:ext cx="6800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출국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1366355" y="1049982"/>
            <a:ext cx="53496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11:05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366355" y="1343323"/>
            <a:ext cx="5349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인천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010370" y="1267123"/>
            <a:ext cx="2738289" cy="190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053161" y="1267123"/>
            <a:ext cx="2738289" cy="1905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898892" y="1049982"/>
            <a:ext cx="69951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16:45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898892" y="1343323"/>
            <a:ext cx="6995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쿠알라룸푸르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299401" y="1541413"/>
            <a:ext cx="73643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말레이시아항공 직항 6시간 40분</a:t>
            </a:r>
            <a:endParaRPr lang="en-US" sz="825" dirty="0"/>
          </a:p>
        </p:txBody>
      </p:sp>
      <p:pic>
        <p:nvPicPr>
          <p:cNvPr id="13" name="Image 1" descr="/tmp/rasterized-gradient-eb2daa5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935659"/>
            <a:ext cx="8382000" cy="90472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5782" y="2228106"/>
            <a:ext cx="680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2월 16일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545782" y="2374702"/>
            <a:ext cx="6800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국내선</a:t>
            </a:r>
            <a:endParaRPr lang="en-US" sz="975" dirty="0"/>
          </a:p>
        </p:txBody>
      </p:sp>
      <p:sp>
        <p:nvSpPr>
          <p:cNvPr id="16" name="Text 12"/>
          <p:cNvSpPr/>
          <p:nvPr/>
        </p:nvSpPr>
        <p:spPr>
          <a:xfrm>
            <a:off x="1366239" y="2069009"/>
            <a:ext cx="54680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16:40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1366239" y="2362349"/>
            <a:ext cx="5468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021979" y="2286149"/>
            <a:ext cx="2807345" cy="1905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133826" y="2286149"/>
            <a:ext cx="2807345" cy="1905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8050110" y="2069009"/>
            <a:ext cx="54680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17:45</a:t>
            </a:r>
            <a:endParaRPr lang="en-US" sz="1650" dirty="0"/>
          </a:p>
        </p:txBody>
      </p:sp>
      <p:sp>
        <p:nvSpPr>
          <p:cNvPr id="21" name="Text 17"/>
          <p:cNvSpPr/>
          <p:nvPr/>
        </p:nvSpPr>
        <p:spPr>
          <a:xfrm>
            <a:off x="8050110" y="2362349"/>
            <a:ext cx="5468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랑카위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299401" y="2560439"/>
            <a:ext cx="73643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1시간 5분 - 오전에 바투동굴 가능!</a:t>
            </a:r>
            <a:endParaRPr lang="en-US" sz="825" dirty="0"/>
          </a:p>
        </p:txBody>
      </p:sp>
      <p:pic>
        <p:nvPicPr>
          <p:cNvPr id="23" name="Image 2" descr="/tmp/rasterized-gradient-3ae8127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954685"/>
            <a:ext cx="8382000" cy="90472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45782" y="3247132"/>
            <a:ext cx="680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2월 21일</a:t>
            </a:r>
            <a:endParaRPr lang="en-US" sz="825" dirty="0"/>
          </a:p>
        </p:txBody>
      </p:sp>
      <p:sp>
        <p:nvSpPr>
          <p:cNvPr id="25" name="Text 20"/>
          <p:cNvSpPr/>
          <p:nvPr/>
        </p:nvSpPr>
        <p:spPr>
          <a:xfrm>
            <a:off x="545782" y="3393728"/>
            <a:ext cx="6800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페리</a:t>
            </a:r>
            <a:endParaRPr lang="en-US" sz="975" dirty="0"/>
          </a:p>
        </p:txBody>
      </p:sp>
      <p:sp>
        <p:nvSpPr>
          <p:cNvPr id="26" name="Text 21"/>
          <p:cNvSpPr/>
          <p:nvPr/>
        </p:nvSpPr>
        <p:spPr>
          <a:xfrm>
            <a:off x="1366239" y="3088035"/>
            <a:ext cx="54680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14:00</a:t>
            </a:r>
            <a:endParaRPr lang="en-US" sz="1650" dirty="0"/>
          </a:p>
        </p:txBody>
      </p:sp>
      <p:sp>
        <p:nvSpPr>
          <p:cNvPr id="27" name="Text 22"/>
          <p:cNvSpPr/>
          <p:nvPr/>
        </p:nvSpPr>
        <p:spPr>
          <a:xfrm>
            <a:off x="1366239" y="3381375"/>
            <a:ext cx="5468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랑카위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2021979" y="3305175"/>
            <a:ext cx="2807345" cy="190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5133826" y="3305175"/>
            <a:ext cx="2807345" cy="190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8050110" y="3088035"/>
            <a:ext cx="54680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17:00</a:t>
            </a:r>
            <a:endParaRPr lang="en-US" sz="1650" dirty="0"/>
          </a:p>
        </p:txBody>
      </p:sp>
      <p:sp>
        <p:nvSpPr>
          <p:cNvPr id="31" name="Text 26"/>
          <p:cNvSpPr/>
          <p:nvPr/>
        </p:nvSpPr>
        <p:spPr>
          <a:xfrm>
            <a:off x="8050110" y="3381375"/>
            <a:ext cx="5468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페낭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299401" y="3579465"/>
            <a:ext cx="73643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3시간 바다 풍경</a:t>
            </a:r>
            <a:endParaRPr lang="en-US" sz="825" dirty="0"/>
          </a:p>
        </p:txBody>
      </p:sp>
      <p:pic>
        <p:nvPicPr>
          <p:cNvPr id="33" name="Image 3" descr="/tmp/rasterized-gradient-1b543c0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973711"/>
            <a:ext cx="8382000" cy="90472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45782" y="4266158"/>
            <a:ext cx="6800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2월 26일</a:t>
            </a:r>
            <a:endParaRPr lang="en-US" sz="825" dirty="0"/>
          </a:p>
        </p:txBody>
      </p:sp>
      <p:sp>
        <p:nvSpPr>
          <p:cNvPr id="35" name="Text 29"/>
          <p:cNvSpPr/>
          <p:nvPr/>
        </p:nvSpPr>
        <p:spPr>
          <a:xfrm>
            <a:off x="545782" y="4412754"/>
            <a:ext cx="68008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귀국</a:t>
            </a:r>
            <a:endParaRPr lang="en-US" sz="975" dirty="0"/>
          </a:p>
        </p:txBody>
      </p:sp>
      <p:sp>
        <p:nvSpPr>
          <p:cNvPr id="36" name="Text 30"/>
          <p:cNvSpPr/>
          <p:nvPr/>
        </p:nvSpPr>
        <p:spPr>
          <a:xfrm>
            <a:off x="1366355" y="4107061"/>
            <a:ext cx="53496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</a:t>
            </a:r>
            <a:endParaRPr lang="en-US" sz="1650" dirty="0"/>
          </a:p>
        </p:txBody>
      </p:sp>
      <p:sp>
        <p:nvSpPr>
          <p:cNvPr id="37" name="Text 31"/>
          <p:cNvSpPr/>
          <p:nvPr/>
        </p:nvSpPr>
        <p:spPr>
          <a:xfrm>
            <a:off x="1366355" y="4400401"/>
            <a:ext cx="53496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페낭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2010370" y="4324201"/>
            <a:ext cx="2701528" cy="19050"/>
          </a:xfrm>
          <a:prstGeom prst="rect">
            <a:avLst/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5239643" y="4324201"/>
            <a:ext cx="2701528" cy="19050"/>
          </a:xfrm>
          <a:prstGeom prst="rect">
            <a:avLst/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8050110" y="4107061"/>
            <a:ext cx="54680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20:55</a:t>
            </a:r>
            <a:endParaRPr lang="en-US" sz="1650" dirty="0"/>
          </a:p>
        </p:txBody>
      </p:sp>
      <p:sp>
        <p:nvSpPr>
          <p:cNvPr id="41" name="Text 35"/>
          <p:cNvSpPr/>
          <p:nvPr/>
        </p:nvSpPr>
        <p:spPr>
          <a:xfrm>
            <a:off x="8050110" y="4400401"/>
            <a:ext cx="5468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인천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1299401" y="4598491"/>
            <a:ext cx="73643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 경유 1시간 20분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854964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Aft>
                <a:spcPts val="1200"/>
              </a:spcAft>
              <a:buNone/>
            </a:pPr>
            <a:r>
              <a:rPr lang="en-US" sz="1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예산 요약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1302395"/>
            <a:ext cx="5715000" cy="561826"/>
          </a:xfrm>
          <a:prstGeom prst="roundRect">
            <a:avLst>
              <a:gd name="adj" fmla="val 1356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23491" y="1416695"/>
            <a:ext cx="43121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항공권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23491" y="1603325"/>
            <a:ext cx="43121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인천-KL 왕복 + 국내선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5403503" y="1476673"/>
            <a:ext cx="570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237만원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1959471"/>
            <a:ext cx="5715000" cy="561826"/>
          </a:xfrm>
          <a:prstGeom prst="roundRect">
            <a:avLst>
              <a:gd name="adj" fmla="val 13563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23491" y="2073771"/>
            <a:ext cx="43121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숙소 (15박)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23491" y="2260402"/>
            <a:ext cx="43121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80 + 랑카위 90 + 페낭 55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403503" y="2133749"/>
            <a:ext cx="570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225만원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1000" y="2616547"/>
            <a:ext cx="5715000" cy="561826"/>
          </a:xfrm>
          <a:prstGeom prst="roundRect">
            <a:avLst>
              <a:gd name="adj" fmla="val 1356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23491" y="2730847"/>
            <a:ext cx="43121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입장료/투어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23491" y="2917478"/>
            <a:ext cx="43121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아쿠아리아, 선웨이라군 등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403503" y="2790825"/>
            <a:ext cx="570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120만원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1000" y="3273623"/>
            <a:ext cx="5715000" cy="561826"/>
          </a:xfrm>
          <a:prstGeom prst="roundRect">
            <a:avLst>
              <a:gd name="adj" fmla="val 13563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23491" y="3387923"/>
            <a:ext cx="43986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식비 (16일)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23491" y="3574554"/>
            <a:ext cx="4398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 5만원 x 16일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488335" y="3447901"/>
            <a:ext cx="48380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80만원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1000" y="3930700"/>
            <a:ext cx="5715000" cy="561826"/>
          </a:xfrm>
          <a:prstGeom prst="roundRect">
            <a:avLst>
              <a:gd name="adj" fmla="val 13563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23491" y="4045000"/>
            <a:ext cx="43986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 + 기타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23491" y="4231630"/>
            <a:ext cx="4398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Grab, 유심, 기념품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488335" y="4104977"/>
            <a:ext cx="48380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80만원</a:t>
            </a:r>
            <a:endParaRPr lang="en-US" sz="1200" dirty="0"/>
          </a:p>
        </p:txBody>
      </p:sp>
      <p:pic>
        <p:nvPicPr>
          <p:cNvPr id="23" name="Image 0" descr="/tmp/rasterized-gradient-25a8f7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0" y="1341239"/>
            <a:ext cx="2476500" cy="220950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456045" y="1531739"/>
            <a:ext cx="21374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예상 비용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56045" y="1775520"/>
            <a:ext cx="2137410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10"/>
              </a:lnSpc>
              <a:spcBef>
                <a:spcPts val="450"/>
              </a:spcBef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742만원</a:t>
            </a:r>
            <a:endParaRPr lang="en-US" sz="3150" dirty="0"/>
          </a:p>
        </p:txBody>
      </p:sp>
      <p:sp>
        <p:nvSpPr>
          <p:cNvPr id="26" name="Text 23"/>
          <p:cNvSpPr/>
          <p:nvPr/>
        </p:nvSpPr>
        <p:spPr>
          <a:xfrm>
            <a:off x="6456045" y="2392710"/>
            <a:ext cx="213741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4인 가족 기준</a:t>
            </a:r>
            <a:endParaRPr lang="en-US" sz="975" dirty="0"/>
          </a:p>
        </p:txBody>
      </p:sp>
      <p:sp>
        <p:nvSpPr>
          <p:cNvPr id="27" name="Shape 24"/>
          <p:cNvSpPr/>
          <p:nvPr/>
        </p:nvSpPr>
        <p:spPr>
          <a:xfrm>
            <a:off x="6477000" y="2723108"/>
            <a:ext cx="20955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56045" y="2861221"/>
            <a:ext cx="21374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56045" y="3040261"/>
            <a:ext cx="21374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15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185만원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286500" y="3684091"/>
            <a:ext cx="2476500" cy="769590"/>
          </a:xfrm>
          <a:prstGeom prst="roundRect">
            <a:avLst>
              <a:gd name="adj" fmla="val 1237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419850" y="3817441"/>
            <a:ext cx="22539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항목별 비중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419850" y="4186982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항공 32% | 숙소 30% | 투어 16%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3694" y="811709"/>
            <a:ext cx="2036612" cy="746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880"/>
              </a:lnSpc>
              <a:spcAft>
                <a:spcPts val="900"/>
              </a:spcAft>
              <a:buNone/>
            </a:pPr>
            <a:r>
              <a:rPr lang="en-US" sz="4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🌴✈️🏖️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677327" y="1825079"/>
            <a:ext cx="378919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12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가족의 특별한 여행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115717" y="2609850"/>
            <a:ext cx="2912566" cy="880021"/>
          </a:xfrm>
          <a:prstGeom prst="roundRect">
            <a:avLst>
              <a:gd name="adj" fmla="val 17318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75211" y="2781300"/>
            <a:ext cx="21935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2월 11일 ~ 26일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75211" y="3105150"/>
            <a:ext cx="219357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쿠알라룸푸르 → 랑카위 → 페낭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59287" y="3832771"/>
            <a:ext cx="104988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15박 16일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059287" y="4171801"/>
            <a:ext cx="10498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알찬 일정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76128" y="3832771"/>
            <a:ext cx="38224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76128" y="4171801"/>
            <a:ext cx="3822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 가족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27238" y="3832771"/>
            <a:ext cx="85541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742만원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27238" y="4171801"/>
            <a:ext cx="85541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비용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말레이시아 가족 여행 계획</dc:title>
  <dc:subject>PptxGenJS Presentation</dc:subject>
  <dc:creator>우리 가족</dc:creator>
  <cp:lastModifiedBy>우리 가족</cp:lastModifiedBy>
  <cp:revision>1</cp:revision>
  <dcterms:created xsi:type="dcterms:W3CDTF">2026-01-12T16:44:27Z</dcterms:created>
  <dcterms:modified xsi:type="dcterms:W3CDTF">2026-01-12T16:44:27Z</dcterms:modified>
</cp:coreProperties>
</file>